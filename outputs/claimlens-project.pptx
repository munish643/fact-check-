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5df2d95724161" /><Relationship Type="http://schemas.openxmlformats.org/officeDocument/2006/relationships/extended-properties" Target="/docProps/app.xml" Id="R8f9fb4935b054e8c" /><Relationship Type="http://schemas.openxmlformats.org/officeDocument/2006/relationships/officeDocument" Target="/ppt/presentation.xml" Id="R283db578c300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bc520930149db"/>
  </p:sldMasterIdLst>
  <p:notesMasterIdLst>
    <p:notesMasterId xmlns:r="http://schemas.openxmlformats.org/officeDocument/2006/relationships" r:id="Rab7a3a78dbc649c4"/>
  </p:notesMasterIdLst>
  <p:sldIdLst>
    <p:sldId xmlns:r="http://schemas.openxmlformats.org/officeDocument/2006/relationships" id="256" r:id="R5a96f285a0fd4d61"/>
    <p:sldId xmlns:r="http://schemas.openxmlformats.org/officeDocument/2006/relationships" id="257" r:id="R61f2b34989bd4d2e"/>
    <p:sldId xmlns:r="http://schemas.openxmlformats.org/officeDocument/2006/relationships" id="258" r:id="R0a9713bde0444e4b"/>
    <p:sldId xmlns:r="http://schemas.openxmlformats.org/officeDocument/2006/relationships" id="259" r:id="R3690fb38c9584165"/>
    <p:sldId xmlns:r="http://schemas.openxmlformats.org/officeDocument/2006/relationships" id="260" r:id="R22ab1071cd814138"/>
    <p:sldId xmlns:r="http://schemas.openxmlformats.org/officeDocument/2006/relationships" id="261" r:id="R36d81edc96154257"/>
    <p:sldId xmlns:r="http://schemas.openxmlformats.org/officeDocument/2006/relationships" id="262" r:id="R0cfe65a7a87344fc"/>
    <p:sldId xmlns:r="http://schemas.openxmlformats.org/officeDocument/2006/relationships" id="263" r:id="R540ea1d4ede34a2e"/>
    <p:sldId xmlns:r="http://schemas.openxmlformats.org/officeDocument/2006/relationships" id="264" r:id="Rcf78de36cbd04071"/>
    <p:sldId xmlns:r="http://schemas.openxmlformats.org/officeDocument/2006/relationships" id="265" r:id="R7c2414579a9747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499d1ee844121" /><Relationship Type="http://schemas.openxmlformats.org/officeDocument/2006/relationships/slideMaster" Target="/ppt/slideMasters/slideMaster1.xml" Id="R3eabc520930149db" /><Relationship Type="http://schemas.openxmlformats.org/officeDocument/2006/relationships/notesMaster" Target="/ppt/notesMasters/notesMaster1.xml" Id="Rab7a3a78dbc649c4" /><Relationship Type="http://schemas.openxmlformats.org/officeDocument/2006/relationships/presProps" Target="/ppt/presProps.xml" Id="Rabdd74013203416d" /><Relationship Type="http://schemas.openxmlformats.org/officeDocument/2006/relationships/tableStyles" Target="/ppt/tableStyles.xml" Id="R792903c166374a35" /><Relationship Type="http://schemas.openxmlformats.org/officeDocument/2006/relationships/slide" Target="/ppt/slides/slide1.xml" Id="R5a96f285a0fd4d61" /><Relationship Type="http://schemas.openxmlformats.org/officeDocument/2006/relationships/slide" Target="/ppt/slides/slide2.xml" Id="R61f2b34989bd4d2e" /><Relationship Type="http://schemas.openxmlformats.org/officeDocument/2006/relationships/slide" Target="/ppt/slides/slide3.xml" Id="R0a9713bde0444e4b" /><Relationship Type="http://schemas.openxmlformats.org/officeDocument/2006/relationships/slide" Target="/ppt/slides/slide4.xml" Id="R3690fb38c9584165" /><Relationship Type="http://schemas.openxmlformats.org/officeDocument/2006/relationships/slide" Target="/ppt/slides/slide5.xml" Id="R22ab1071cd814138" /><Relationship Type="http://schemas.openxmlformats.org/officeDocument/2006/relationships/slide" Target="/ppt/slides/slide6.xml" Id="R36d81edc96154257" /><Relationship Type="http://schemas.openxmlformats.org/officeDocument/2006/relationships/slide" Target="/ppt/slides/slide7.xml" Id="R0cfe65a7a87344fc" /><Relationship Type="http://schemas.openxmlformats.org/officeDocument/2006/relationships/slide" Target="/ppt/slides/slide8.xml" Id="R540ea1d4ede34a2e" /><Relationship Type="http://schemas.openxmlformats.org/officeDocument/2006/relationships/slide" Target="/ppt/slides/slide9.xml" Id="Rcf78de36cbd04071" /><Relationship Type="http://schemas.openxmlformats.org/officeDocument/2006/relationships/slide" Target="/ppt/slides/slide10.xml" Id="R7c2414579a97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cc09f7c79e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a51410d644eea" /><Relationship Type="http://schemas.openxmlformats.org/officeDocument/2006/relationships/notesMaster" Target="/ppt/notesMasters/notesMaster1.xml" Id="R10c427880c3846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ca259fd6441fe" /><Relationship Type="http://schemas.openxmlformats.org/officeDocument/2006/relationships/notesMaster" Target="/ppt/notesMasters/notesMaster1.xml" Id="Ra91647dca795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98369555e24ffe" /><Relationship Type="http://schemas.openxmlformats.org/officeDocument/2006/relationships/notesMaster" Target="/ppt/notesMasters/notesMaster1.xml" Id="R57678b5d16b04d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9430d90224433" /><Relationship Type="http://schemas.openxmlformats.org/officeDocument/2006/relationships/notesMaster" Target="/ppt/notesMasters/notesMaster1.xml" Id="R58e341d18e30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c3b4d0b604b0a" /><Relationship Type="http://schemas.openxmlformats.org/officeDocument/2006/relationships/notesMaster" Target="/ppt/notesMasters/notesMaster1.xml" Id="R419cd3403dbf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74eaff25e944b9" /><Relationship Type="http://schemas.openxmlformats.org/officeDocument/2006/relationships/notesMaster" Target="/ppt/notesMasters/notesMaster1.xml" Id="R2c7376edc38a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93d9aaeef54b84" /><Relationship Type="http://schemas.openxmlformats.org/officeDocument/2006/relationships/notesMaster" Target="/ppt/notesMasters/notesMaster1.xml" Id="Rc8cd3d395710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6608eb02cf4a02" /><Relationship Type="http://schemas.openxmlformats.org/officeDocument/2006/relationships/notesMaster" Target="/ppt/notesMasters/notesMaster1.xml" Id="R8f7a4dea9dc448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d341b36324101" /><Relationship Type="http://schemas.openxmlformats.org/officeDocument/2006/relationships/notesMaster" Target="/ppt/notesMasters/notesMaster1.xml" Id="R5324a749924b44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9f4d7e1a2f425c" /><Relationship Type="http://schemas.openxmlformats.org/officeDocument/2006/relationships/notesMaster" Target="/ppt/notesMasters/notesMaster1.xml" Id="R93b973e47d9b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377f35766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4d32600a854bd6" /><Relationship Type="http://schemas.openxmlformats.org/officeDocument/2006/relationships/slideLayout" Target="/ppt/slideLayouts/slideLayout1.xml" Id="Rf0e8ffe03097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e8ffe03097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3a19aaa148c0" /><Relationship Type="http://schemas.openxmlformats.org/officeDocument/2006/relationships/notesSlide" Target="/ppt/notesSlides/notesSlide1.xml" Id="Rf6418e6e4ae3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73f0fc97453b" /><Relationship Type="http://schemas.openxmlformats.org/officeDocument/2006/relationships/notesSlide" Target="/ppt/notesSlides/notesSlide2.xml" Id="R51ec87829b8b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c188e80f24203" /><Relationship Type="http://schemas.openxmlformats.org/officeDocument/2006/relationships/notesSlide" Target="/ppt/notesSlides/notesSlide3.xml" Id="R15a9c2c08fc7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8c08aac0545d9" /><Relationship Type="http://schemas.openxmlformats.org/officeDocument/2006/relationships/notesSlide" Target="/ppt/notesSlides/notesSlide4.xml" Id="R20e133396f1e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354c6b12d4b37" /><Relationship Type="http://schemas.openxmlformats.org/officeDocument/2006/relationships/notesSlide" Target="/ppt/notesSlides/notesSlide5.xml" Id="R90d7f432dee94b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4a5e5cd7c491a" /><Relationship Type="http://schemas.openxmlformats.org/officeDocument/2006/relationships/notesSlide" Target="/ppt/notesSlides/notesSlide6.xml" Id="R5189271b106c43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45c2a08e640c4" /><Relationship Type="http://schemas.openxmlformats.org/officeDocument/2006/relationships/notesSlide" Target="/ppt/notesSlides/notesSlide7.xml" Id="Rf8a4dffbb5aa40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98a4487af4153" /><Relationship Type="http://schemas.openxmlformats.org/officeDocument/2006/relationships/notesSlide" Target="/ppt/notesSlides/notesSlide8.xml" Id="Rdd99594af5cb4b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2caeea65e4468" /><Relationship Type="http://schemas.openxmlformats.org/officeDocument/2006/relationships/notesSlide" Target="/ppt/notesSlides/notesSlide9.xml" Id="Red964260292d48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94a51fd8b4c76" /><Relationship Type="http://schemas.openxmlformats.org/officeDocument/2006/relationships/notesSlide" Target="/ppt/notesSlides/notesSlide10.xml" Id="Ra31deb5541e141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CE073C-EEB5-4A31-BABF-3A47E28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8B35A-4B48-4E52-9E05-89C07E0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32281-7663-4EE6-969D-25FC902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 SCANNER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C97DD-DF2E-465D-BE28-C1C9C8A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0668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ClaimLens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34E22-7A68-4C28-A423-F65248B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240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Streamlit web app for inspecting measurable PDF claims with Llama API evidence reasoning.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30849-C508-48FC-B40A-719EA26F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76550"/>
            <a:ext cx="1409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18E57-7AFB-4EAA-83F0-E3FDA43D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62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PDF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E9E3A-13D0-4C83-90D2-6819DF42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1409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476A5-320A-4B91-A986-B87232F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62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Llama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0FCCB-43DA-4313-BF2C-7AD121D1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76550"/>
            <a:ext cx="1409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1DD35-2564-4D17-AD8A-1ACDD84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62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A999D-48B5-4EED-A1DA-C2910C8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790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DA98F-019C-43F4-9454-240234D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Streamlit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E5E4D-CB40-4FBC-916F-F8AE0F1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my-assignment</a:t>
            </a:r>
          </a:p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.streamlit.app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60879-B8D7-4D35-A92A-5A9F5E0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https://my-assignment.streamlit.app/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C7E99-C222-4CF8-ADCE-82FC1C5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Streamlit Cloud target. Production requires the connected GitHub repo and LLAMA_API_KEY secret.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AB580-37FD-435D-9FAD-60B5F21F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8D53F-CE75-4CC7-A794-8423AD25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C8D7F-8A8F-4CE5-B5A5-B014C7D2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880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94076-3781-4CF4-A615-3E2E73C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THIS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CC915-8BDE-449D-8FC1-5FA2A97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Marketing claims decay faster than decks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8D680-4FA9-43D1-94D6-D49997B3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ClaimLens acts as a truth layer for PDF collateral before it reaches customers, sales teams, or evaluators.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0A46-A329-4B0F-9179-8857925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B6969-6D0E-4C65-8DD8-E340811F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AF0B-734C-41F5-8242-74C60DE7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FBDBA-1182-4977-A735-015932B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Outdated statistics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5FE58-E9C0-4E03-9035-BE6B955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Old market size, population, usage, and benchmark claims survive in PDFs after source data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37830-0BDB-497F-A315-A14C21F4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3192-B7E6-4CBE-BB0F-48BFB922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1C021-52CC-414E-B7DD-D5002E8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1C042-6840-473E-9AF7-081571D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Hallucinated figures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FC0C2-7737-4158-98A2-C59CCBB2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AI-generated content can introduce confident but unsupported numbers, dates, and technical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697FB-6E98-4EB6-A2B3-54A7890F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D9114-B7D7-4BE5-B4A6-1A944942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BC312-2FF8-4C68-824E-CDDAB7A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3F874-EA5C-4C6C-A7E4-86B3C894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Slow manual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6B90F-9FFB-4679-AAEC-5F6B99D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reviewer must spot claim-like sentences, search sources, compare values, and write corrections.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1CECF-C515-4003-92C2-0944DD8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6205C-B6AA-43C0-B815-47050E3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A73F5-CB31-4680-AA66-7AAD4B77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8667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71B62-6804-4E67-AFF8-4C665251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B6E12-B32F-4671-A981-0AE12DE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Upload to verdict in four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5875-3BFD-4A10-8BDA-5FBF19C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redesigned Streamlit interface centers one document workspace, one verification run, and one claim-level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C785-2C08-4BDF-B448-5D2ECD18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09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C75AE-91FD-4D06-978C-DBF8227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989F4-CA8E-4F56-9CD1-E7DC4CAE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84A56-590F-497C-9C8A-F5420E6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PDF is uploaded to Streamlit and text is extracted with pypdf.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2CE7C-90DD-4F7A-B2DC-DEB1EFA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1CE93-F368-471C-AF69-36E747EF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2209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2256D-A5C9-4426-8624-136845BF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1D13A-D19D-4DA0-AF7A-7D71325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Extract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E7BB6-A4D7-45F6-B285-B03F6D01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Llama API or fallback logic identifies measurable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BAB36-32BD-4FCF-ADDB-CA378755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B4CD3-F5AE-4B17-B852-497FBA9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2209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B0918-C15C-4363-9F94-90056CF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AB39E-3C7D-40FF-BF56-2752E639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18B05-75E0-4BE1-AA08-393FA274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Live search and public data APIs collect evidence snippets.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00E5C-F59D-4386-AAA3-22CAD776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65E91-4FE2-4115-9EC8-CB11B1AA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209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66825-2C04-499E-B690-534B2BE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99ECB-00E6-453E-B8A6-6555219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BF28F-15C6-4AEB-8698-B65AFAD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Claims return as Verified, Inaccurate, or False with corrections and confidence.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1802C-3F56-4F42-B5AD-E80CFCD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21DD2-69D7-4922-991C-C6C8646D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24BF2-CEF7-4207-8E92-C046AB5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7256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4DD58-0962-4344-A26B-6969673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7E795-2EE7-48B1-A1E6-BBDAABD4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 Streamlit app with Llama-assisted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2267-40EB-4669-9ECD-AA3CE03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uploaded PDF is parsed into text, ClaimLens gathers live evidence, and Llama API judges claims against supplied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41D1-868B-41BF-8FD0-89626CC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83C3D-8182-4126-B07C-E3E5292E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Streamlit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AC1A9-5D79-471A-A2E2-9B14CC40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PDF upload workspace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pypdf text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BB2F7-4C39-40E8-8738-9401DFD6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4A58A-1C2D-4FA1-B34E-D69CEFBA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ClaimLens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07429-0C29-44DE-A717-87524B59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 extraction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 retrieval +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DFC90-06BB-4399-AE17-8A358697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0E8BC-44FE-45F2-B0F0-BDD6116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Llama +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403B0-86B5-4736-BF5A-43C5712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Llama API, Wikipedia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DuckDuckGo + World Bank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7FCE0-61DF-4E55-91DC-EC13E31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C5814-75AD-4C8E-B11C-98CB961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Report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DCB16-52B0-479E-83EC-C7089E5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81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Verdicts, confidence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sources + corrections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33546-73D4-4C65-A9A7-BD9CBC6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6AF05-DF87-4353-B935-3C8AA89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17E5D-231D-4032-808A-FA213DF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69570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4D281-BCD9-49FE-8852-D9F38BD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7BBA9-4922-4273-92EA-74ED27B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0DE22-CFEF-49FC-810F-2FE9B24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644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62A31-3FFF-47DB-BC12-F93750EA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CLAIM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65255-3F9E-44F7-A79A-9E2343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extractor hunts for measurable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3075F-A11D-4ECF-8B05-7FAEFDC0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scores sentences by numeric density, domain terms, dates, currency, and evidence-oriented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3A975-D08E-46D0-B88A-A3040348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0572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E5AA6-9EE6-432B-B579-E52B27E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5B8A-639A-4D53-B698-FB25A622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1F92F-0861-4058-877B-21DE0F32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 caught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E6530-55DC-4988-97A6-BD6CE980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5E83B-9A65-4902-83EE-64D67F0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6E74B-B8C2-4C8E-A213-1BE84448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percent, users, population, market share, 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A7ADE-8607-4B10-8412-BBE0CEA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Inaccurate stats in market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55C8E-EEC1-465F-9D0B-2DDE2081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16EA7-1B5A-4532-9F60-EDEA50F7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D8B51-8F74-4FAC-8687-2B8BA1F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revenue, valuation, sales, profit, currency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A1CEA-5509-4EEA-A445-EFFD8C6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Outdated company or market figures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EE1A6-9929-4A43-8722-11790B3D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54214-175A-4D25-84D3-78D7EDB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55B58-C7A2-4433-BE2A-B8CE8A70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founded, launched, released, as of, by year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03B84-E3FA-481B-B83D-8615E0C5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Wrong release or adoption timelines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03EEE-8B07-4967-BE7A-E0167BDB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1A38C-1139-46B0-B3BD-164DFE8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Technical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92736-6825-4B7D-A9E4-D359D224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accuracy, latency, capacity, speed, emissions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19DD8-5B58-4A64-BBC4-03F185B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Incorrect benchmark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64CDC-23BF-401F-9D7F-86B561C1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C8043-6AA4-41AC-A251-2D0F9664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E770A-D628-481B-B1A2-E97D119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7350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9B379-55E3-4E2E-A43C-BD3C61E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LIVE VERIFICATION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020C8-5444-49C4-B685-5647B948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Llama judges claims against live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27410-7A86-4DE8-BAF9-4B34EB3C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ClaimLens gathers multiple sources, then asks Llama API to classify only from the supplied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7F786-3F75-4204-8792-63093A6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171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A556B-1700-457A-BA26-E97B1AD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383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9525">
            <a:solidFill>
              <a:srgbClr val="2563EB">
                <a:alpha val="13333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9405-E971-4B94-B6C1-57A14F7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E6ADF-2ECA-46EF-82B7-D5223FE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09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DuckDuckGo HTML/Lite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98D44-8A86-458C-A8BD-50CCEEB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1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No-key web search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BF645-33CA-40F9-A46F-0A35F04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171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19387-536A-4AF1-9A18-AC6329B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670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>
                <a:alpha val="1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C0048-90A3-45F7-9D5A-34D48F5F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2DF20-C4B1-4E1B-9402-55294468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38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Wikipedia Search/OpenSearch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4D8A7-3323-46C7-BEF5-D857689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43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Fast topic and date grounding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B9EF0-30E8-4C9B-B921-B183E58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171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FF6A2-7EBC-4B87-A9E1-8FC775B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957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22491-D741-42AC-931A-48ABC479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6C1E9-D030-4A1A-95CB-62EBC27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67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World Bank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DF744-02EF-4469-B36D-1625221F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Authoritative population correction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24B9A-6084-4CD5-A530-3B8E08C3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171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1C909-9A59-4FE7-BBA3-F3ACDE37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244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11D48">
              <a:alpha val="13333"/>
            </a:srgbClr>
          </a:solidFill>
          <a:ln xmlns:a="http://schemas.openxmlformats.org/drawingml/2006/main" w="9525">
            <a:solidFill>
              <a:srgbClr val="E11D48">
                <a:alpha val="1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8B489-F149-476E-BEC8-D092340A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9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F7FB4-74A5-403B-BA8F-9808725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95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Llama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7E35E-E097-44E8-9F8F-EE5B4145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00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 extraction + evidence judging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B65C5-C83E-4F86-A6AE-40E1AF74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38350"/>
            <a:ext cx="49530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FEC9B-FE24-45BA-B482-5371F56D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Evidence judging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9D92D-C450-4AE6-8E53-5FA5AD1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Evidence supplied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DAAB4-8EC2-445F-AB44-67B4008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1907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E8A47-BA1E-4C1D-94A1-D40478FE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192786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95E1F-C86A-4786-B909-D2B6CCC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Numeric/date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5AD4D-D594-4712-BA78-44738D1A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21907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269A7-B5E9-4457-A612-2A34003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157734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F7A54-0921-4B23-A5D0-D3F8C63F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 authority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6289ED-3820-4C7D-8173-6F0EFF3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21907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ED2E52-E499-403D-9D06-3DA0FF8A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1270635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92020-D756-49FC-B3FD-8E70C75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Llama rationale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C06D2-6C21-439E-870C-59BB2B8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219075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86BEF-088A-42FC-ACE7-D50B9FD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1796415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56F5CA-E1EF-46FC-BA9B-DC5F32E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4E80D-CEDD-4038-B0DB-949A988D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69C91D-BDD7-45F5-B91D-975BE07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7328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0DAC8-608A-4C87-B6D2-6CA349FD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VERDICT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FA620-2BB8-4B75-BF2D-CACEE212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Every claim lands in one of three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83106-32F4-414D-A9A3-5F2FAD27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app separates source support, numeric conflict, and lack of evidence; Llama writes the evidence-grounded rationale.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32908-CD86-4F30-9C0D-D9D12D1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570F-859D-40E6-AA7D-A596D685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200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0B561-20C9-48E3-8A12-7A48309D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6C093-6CD8-458F-AEC5-2DA8409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same key value appears in live evidence with matching topic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CDD9C-0A27-4FF0-8162-328EA47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400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BD896-DE9A-4C32-B38B-81B596AB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1718-CA3D-4D9E-9B62-0023E18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1200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60A13-08AA-4F5B-B24A-F17068A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Inaccurate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C8387-C477-44BA-BFD0-5F675920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Sources discuss the same topic but show a conflicting current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4DA45-5944-45A1-9180-DAA3030A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2400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B2246-BBAD-4EFE-88E4-18B5D92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0D0B7-A421-4DBF-8903-82D969C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1200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D1F02-6CAA-44A8-9EBB-43BCC76F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FD517-2E32-49B2-8759-9D4A3DBD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source supports the exact measurable claim or the evidence overlap is weak.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8B5C7-DA06-4BD5-B2DA-7D27A30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400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F9DDD-E123-42F7-932E-86CDA87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77B6A-A99F-4516-8740-F0A70AF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39E0E-8C03-4880-9BCD-EE21827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2531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CD45F-F4D6-43B8-9B17-C59CFD8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TRAP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B6C92-88B0-4046-A25B-340DE44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Fake population stat is flagged with the real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E4ADF-1D37-4287-A403-CDAB3CA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smoke testing confirmed ClaimLens can detect an intentional false statistic and cite the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E02E-6211-44C8-8300-14C374B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7815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5A4E1-1208-49C6-83EA-40A7721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32D48-B31C-4709-8B8A-024B4C1E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98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Input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62CD-0818-4F04-9066-D3F45AC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3848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global population was 2 billion people in 2024.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ABE5E-858F-4432-B4BE-E31ED02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Expected behavior: catch the trap and provide the real current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3FC7F-62AF-4503-B8FD-CFB3595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7815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67084-9253-496C-BC0B-0242B73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A3A63-186F-4B62-902A-461509F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98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Inaccurate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87777-E766-4281-810E-FD9CF6B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3733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Evidence points to 8.14 billion instead of 2 billion.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2AD1A-196F-41A7-9F2B-583E7ED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Source: World Bank API, world population in 2024.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24BF0-A3E7-474E-89B0-87ABFFB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687B6-D8A1-42DA-98D7-2A75DC4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4BF7-F711-4057-99A0-948FE127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Verified 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5841B-165D-4060-B3BA-17E85AD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054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72F72-5ECF-4BA3-8FB3-2B5E6C0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4EC08-4423-41A2-AA72-2F9C3D82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Inaccurate 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8C5A5-2488-4D48-877E-B0392ECE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6F380-D2F3-442D-92A6-551A0E37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4FEDE-6FD6-4752-9F9B-D3FEF8A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2EEA8-A222-43C5-8445-1FC1B94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FAB63-2562-493E-89B5-0D91163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F481-9A61-48B4-B48B-69D5D454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1907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EAFF4-5DC6-48D2-84F1-375590D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DEPLOYMENT &amp;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CC6C4-4E64-48E1-A68D-52FB7BF5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Streamlit-ready, Llama-enabled, and documented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820CC-2DEF-45D2-BAAF-EB02956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source now includes a Streamlit Cloud entrypoint, dependencies, secrets template, and updated deck.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34706-1468-4582-B718-34A051A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78FDF-CA2E-445D-8EBB-14117BE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Python syntax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647BE-256A-46CD-8351-9BD36C2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428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6F638-D729-4041-AF50-D3C50B72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6E86-D694-4F15-ACAB-C99B580D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Trap smoke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A86BD-CC26-4374-B7F1-6FF9A74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428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21079-27ED-424E-8127-113F04F4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2D755-F952-4EA8-80AD-82574DCF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Streamlit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C3B98-765E-4CBC-AEEC-7F7A9D1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2800"/>
            <a:ext cx="1428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8F9E-8A10-47C6-A29E-3D902C5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194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0EE87-AC0D-43E6-9DC3-497743C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Llama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CF7D4-D9C5-40DB-A6C7-D7472B5B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1428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4254F-8348-48DA-9CFB-6699986C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B7648-BDEF-4684-B16F-644C7073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Secret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F86DD-0B26-492C-8432-021A535A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1428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49BE9-8C6B-4024-8A80-7D732D26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C8DB2-B2FB-4D79-93E1-78344DD1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23308-3093-4882-BA77-DD554EED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Deployment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0F94B-7E2C-4EFC-A59D-A5D87A2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Application: ClaimLens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Target URL: https://my-assignment.streamlit.app/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Runtime: streamlit_app.py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Secrets: LLAMA_API_KEY, LLAMA_MODEL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Smoke test: fake 2024 population claim corrected to 8.14 billion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1E35D-6C01-4655-8DD5-D7B3100A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11D48"/>
                </a:solidFill>
                <a:latin typeface="Aptos"/>
                <a:ea typeface="Aptos"/>
                <a:cs typeface="Aptos"/>
              </a:rPr>
              <a:t>Caveat: deployment to this exact Streamlit URL requires access to the connected Streamlit Cloud/GitHub app.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D812F-2C0D-4CAD-8380-1175BD1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62FE1-CD60-4909-B285-A632D51E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A314F-5449-4558-98B9-337553E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2384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974E0-323F-4520-B926-0FC7C8C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919D0-B635-46AF-BC93-72220548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How to move from demo to stronger production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E00CB-9FC5-471A-AB93-49699DE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Streamlit app is ready; these upgrades make it more reliable for broad marketing-document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67894-976E-4FE0-A7FF-7703374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D65D6-5B3E-42C2-9686-C315857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A9B22-12FD-438D-88A8-FED34176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431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16103-6025-4FA9-BF2B-CBE421E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669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OCR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7F738-8920-4768-99F0-76E46EE1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859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Parse scanned PDFs with a worker-safe OCR service or upload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CC2EA-136B-411C-B443-DCA3874E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E840A-2B72-4724-BEA3-E8D58706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8E98-FC77-4559-94D3-314D9D6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765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D78CD-2FE2-44B0-BC06-B39C38FC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0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Search API keys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A4D44-3DC6-42BD-B2EC-8D234C6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194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Add Brave or Tavily keys for better recall and fewer scrape failures.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44EC3-AD76-4CDE-896B-6C1680A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203E0-C333-469B-AE88-F57968E4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599B5-5879-4FF0-A687-86E6561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10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EC101-ADC5-4CD7-8741-046C65D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33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Source quality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B2B21-F951-4804-8FCA-7F0640C1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Rank official, regulatory, and data-source domains above generic pages.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F85EE-8B54-4DF3-BDB6-DEDEACF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602C2-2224-4DDF-9ABB-45F8C8E6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1E8DF-A79F-4571-B8CC-A6EB3F3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43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EB770-3CF8-4CA6-A766-C3F6B2F0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67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Streamlit deploy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07B68-7E36-4927-8ABE-B53C0904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863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Connect the repo to my-assignment.streamlit.app and add Llama secrets.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C07ED-E84C-4F6E-81DE-889C14C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5E3C2-9142-4F80-B54A-235E3516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ClaimLens project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6DEEB-1605-4C32-8ECC-19A032F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2999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2026-06-29T14:37:56.9600000Z</dcterms:created>
  <dcterms:modified xsi:type="dcterms:W3CDTF">2026-06-29T14:37:56.9600000Z</dcterms:modified>
</coreProperties>
</file>